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Open Sans SemiCondensed" charset="1" panose="00000000000000000000"/>
      <p:regular r:id="rId7"/>
    </p:embeddedFont>
    <p:embeddedFont>
      <p:font typeface="Open Sans Bold" charset="1" panose="00000000000000000000"/>
      <p:regular r:id="rId8"/>
    </p:embeddedFont>
    <p:embeddedFont>
      <p:font typeface="Open Sans" charset="1" panose="00000000000000000000"/>
      <p:regular r:id="rId9"/>
    </p:embeddedFont>
    <p:embeddedFont>
      <p:font typeface="Canva Sans Bold" charset="1" panose="020B0803030501040103"/>
      <p:regular r:id="rId10"/>
    </p:embeddedFont>
    <p:embeddedFont>
      <p:font typeface="Open Sans SemiCondensed Bold" charset="1" panose="00000000000000000000"/>
      <p:regular r:id="rId11"/>
    </p:embeddedFont>
    <p:embeddedFont>
      <p:font typeface="Great Vibes" charset="1" panose="02000507080000020002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F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74485"/>
            <a:ext cx="10692000" cy="3785515"/>
            <a:chOff x="0" y="0"/>
            <a:chExt cx="3831771" cy="13566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1772" cy="1356643"/>
            </a:xfrm>
            <a:custGeom>
              <a:avLst/>
              <a:gdLst/>
              <a:ahLst/>
              <a:cxnLst/>
              <a:rect r="r" b="b" t="t" l="l"/>
              <a:pathLst>
                <a:path h="1356643" w="3831772">
                  <a:moveTo>
                    <a:pt x="0" y="0"/>
                  </a:moveTo>
                  <a:lnTo>
                    <a:pt x="3831772" y="0"/>
                  </a:lnTo>
                  <a:lnTo>
                    <a:pt x="3831772" y="1356643"/>
                  </a:lnTo>
                  <a:lnTo>
                    <a:pt x="0" y="13566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31771" cy="1385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12059" y="352138"/>
            <a:ext cx="10067883" cy="6855724"/>
            <a:chOff x="0" y="0"/>
            <a:chExt cx="3608102" cy="24569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08102" cy="2456936"/>
            </a:xfrm>
            <a:custGeom>
              <a:avLst/>
              <a:gdLst/>
              <a:ahLst/>
              <a:cxnLst/>
              <a:rect r="r" b="b" t="t" l="l"/>
              <a:pathLst>
                <a:path h="2456936" w="3608102">
                  <a:moveTo>
                    <a:pt x="0" y="0"/>
                  </a:moveTo>
                  <a:lnTo>
                    <a:pt x="3608102" y="0"/>
                  </a:lnTo>
                  <a:lnTo>
                    <a:pt x="3608102" y="2456936"/>
                  </a:lnTo>
                  <a:lnTo>
                    <a:pt x="0" y="24569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608102" cy="2485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2059" y="341109"/>
            <a:ext cx="10067883" cy="6866753"/>
          </a:xfrm>
          <a:custGeom>
            <a:avLst/>
            <a:gdLst/>
            <a:ahLst/>
            <a:cxnLst/>
            <a:rect r="r" b="b" t="t" l="l"/>
            <a:pathLst>
              <a:path h="6866753" w="10067883">
                <a:moveTo>
                  <a:pt x="0" y="0"/>
                </a:moveTo>
                <a:lnTo>
                  <a:pt x="10067882" y="0"/>
                </a:lnTo>
                <a:lnTo>
                  <a:pt x="10067882" y="6866753"/>
                </a:lnTo>
                <a:lnTo>
                  <a:pt x="0" y="6866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-13051" t="-4669" r="-13051" b="-1232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86100" y="418130"/>
            <a:ext cx="9919800" cy="6723740"/>
            <a:chOff x="0" y="0"/>
            <a:chExt cx="1675903" cy="11359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75903" cy="1135944"/>
            </a:xfrm>
            <a:custGeom>
              <a:avLst/>
              <a:gdLst/>
              <a:ahLst/>
              <a:cxnLst/>
              <a:rect r="r" b="b" t="t" l="l"/>
              <a:pathLst>
                <a:path h="1135944" w="1675903">
                  <a:moveTo>
                    <a:pt x="1596485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1056526"/>
                  </a:lnTo>
                  <a:cubicBezTo>
                    <a:pt x="43699" y="1056526"/>
                    <a:pt x="79418" y="1091865"/>
                    <a:pt x="79418" y="1135944"/>
                  </a:cubicBezTo>
                  <a:lnTo>
                    <a:pt x="1596485" y="1135944"/>
                  </a:lnTo>
                  <a:cubicBezTo>
                    <a:pt x="1596485" y="1092244"/>
                    <a:pt x="1631824" y="1056526"/>
                    <a:pt x="1675903" y="1056526"/>
                  </a:cubicBezTo>
                  <a:lnTo>
                    <a:pt x="1675903" y="79418"/>
                  </a:lnTo>
                  <a:cubicBezTo>
                    <a:pt x="1632203" y="79418"/>
                    <a:pt x="1596485" y="44079"/>
                    <a:pt x="15964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38100" y="9525"/>
              <a:ext cx="1599703" cy="10883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7446" y="555256"/>
            <a:ext cx="9637108" cy="6449488"/>
            <a:chOff x="0" y="0"/>
            <a:chExt cx="3521516" cy="23567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21516" cy="2356721"/>
            </a:xfrm>
            <a:custGeom>
              <a:avLst/>
              <a:gdLst/>
              <a:ahLst/>
              <a:cxnLst/>
              <a:rect r="r" b="b" t="t" l="l"/>
              <a:pathLst>
                <a:path h="2356721" w="3521516">
                  <a:moveTo>
                    <a:pt x="0" y="0"/>
                  </a:moveTo>
                  <a:lnTo>
                    <a:pt x="3521516" y="0"/>
                  </a:lnTo>
                  <a:lnTo>
                    <a:pt x="3521516" y="2356721"/>
                  </a:lnTo>
                  <a:lnTo>
                    <a:pt x="0" y="23567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264F9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521516" cy="2385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428849" y="4181453"/>
            <a:ext cx="7834302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545508" y="6641517"/>
            <a:ext cx="6201832" cy="17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>
                <a:solidFill>
                  <a:srgbClr val="000000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Certificate URL: </a:t>
            </a:r>
            <a:r>
              <a:rPr lang="en-US" sz="1000" u="sng">
                <a:solidFill>
                  <a:srgbClr val="000000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https://skilledup.tech/certificate/34543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49348" y="6387016"/>
            <a:ext cx="2092823" cy="23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VIJAY NARAYAN SINGH</a:t>
            </a:r>
          </a:p>
        </p:txBody>
      </p:sp>
      <p:sp>
        <p:nvSpPr>
          <p:cNvPr name="AutoShape 18" id="18"/>
          <p:cNvSpPr/>
          <p:nvPr/>
        </p:nvSpPr>
        <p:spPr>
          <a:xfrm flipV="true">
            <a:off x="7049348" y="6696848"/>
            <a:ext cx="2092823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7621728" y="5751757"/>
            <a:ext cx="948064" cy="866443"/>
          </a:xfrm>
          <a:custGeom>
            <a:avLst/>
            <a:gdLst/>
            <a:ahLst/>
            <a:cxnLst/>
            <a:rect r="r" b="b" t="t" l="l"/>
            <a:pathLst>
              <a:path h="866443" w="948064">
                <a:moveTo>
                  <a:pt x="0" y="0"/>
                </a:moveTo>
                <a:lnTo>
                  <a:pt x="948063" y="0"/>
                </a:lnTo>
                <a:lnTo>
                  <a:pt x="948063" y="866443"/>
                </a:lnTo>
                <a:lnTo>
                  <a:pt x="0" y="8664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99826" y="5497674"/>
            <a:ext cx="1492348" cy="1492348"/>
          </a:xfrm>
          <a:custGeom>
            <a:avLst/>
            <a:gdLst/>
            <a:ahLst/>
            <a:cxnLst/>
            <a:rect r="r" b="b" t="t" l="l"/>
            <a:pathLst>
              <a:path h="1492348" w="1492348">
                <a:moveTo>
                  <a:pt x="0" y="0"/>
                </a:moveTo>
                <a:lnTo>
                  <a:pt x="1492348" y="0"/>
                </a:lnTo>
                <a:lnTo>
                  <a:pt x="1492348" y="1492349"/>
                </a:lnTo>
                <a:lnTo>
                  <a:pt x="0" y="14923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565355" y="1245393"/>
            <a:ext cx="5561290" cy="104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6"/>
              </a:lnSpc>
              <a:spcBef>
                <a:spcPct val="0"/>
              </a:spcBef>
            </a:pPr>
            <a:r>
              <a:rPr lang="en-US" b="true" sz="5271">
                <a:solidFill>
                  <a:srgbClr val="033B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CERTIFICATE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48492" y="2194898"/>
            <a:ext cx="3595016" cy="51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0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 ACHIEVEMENT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38787" y="723651"/>
            <a:ext cx="1814427" cy="531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68"/>
              </a:lnSpc>
            </a:pPr>
            <a:r>
              <a:rPr lang="en-US" sz="31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skilled</a:t>
            </a:r>
            <a:r>
              <a:rPr lang="en-US" sz="3120" b="true">
                <a:solidFill>
                  <a:srgbClr val="264F9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55730" y="4246181"/>
            <a:ext cx="8180540" cy="10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C4C4D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h</a:t>
            </a:r>
            <a:r>
              <a:rPr lang="en-US" sz="1800">
                <a:solidFill>
                  <a:srgbClr val="4C4C4D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as successfully completed the </a:t>
            </a:r>
            <a:r>
              <a:rPr lang="en-US" sz="1800">
                <a:solidFill>
                  <a:srgbClr val="3961AB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2.5-hour MasterClass</a:t>
            </a:r>
            <a:r>
              <a:rPr lang="en-US" sz="1800">
                <a:solidFill>
                  <a:srgbClr val="4C4C4D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 on</a:t>
            </a:r>
          </a:p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264F9B"/>
                </a:solidFill>
                <a:latin typeface="Open Sans SemiCondensed Bold"/>
                <a:ea typeface="Open Sans SemiCondensed Bold"/>
                <a:cs typeface="Open Sans SemiCondensed Bold"/>
                <a:sym typeface="Open Sans SemiCondensed Bold"/>
              </a:rPr>
              <a:t>My</a:t>
            </a:r>
            <a:r>
              <a:rPr lang="en-US" b="true" sz="2199">
                <a:solidFill>
                  <a:srgbClr val="264F9B"/>
                </a:solidFill>
                <a:latin typeface="Open Sans SemiCondensed Bold"/>
                <a:ea typeface="Open Sans SemiCondensed Bold"/>
                <a:cs typeface="Open Sans SemiCondensed Bold"/>
                <a:sym typeface="Open Sans SemiCondensed Bold"/>
              </a:rPr>
              <a:t>SQL &amp; GenAI MasterClass with BigQuery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4C4D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on </a:t>
            </a:r>
            <a:r>
              <a:rPr lang="en-US" sz="2000">
                <a:solidFill>
                  <a:srgbClr val="264F9B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04 January 2026</a:t>
            </a:r>
            <a:r>
              <a:rPr lang="en-US" sz="2000">
                <a:solidFill>
                  <a:srgbClr val="4C4C4D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03043" y="3017499"/>
            <a:ext cx="5885913" cy="2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4A4A4A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This certificate is proudly presented 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5508" y="6224799"/>
            <a:ext cx="1210314" cy="389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4"/>
              </a:lnSpc>
            </a:pPr>
            <a:r>
              <a:rPr lang="en-US" sz="1181" b="true">
                <a:solidFill>
                  <a:srgbClr val="000000"/>
                </a:solidFill>
                <a:latin typeface="Open Sans SemiCondensed Bold"/>
                <a:ea typeface="Open Sans SemiCondensed Bold"/>
                <a:cs typeface="Open Sans SemiCondensed Bold"/>
                <a:sym typeface="Open Sans SemiCondensed Bold"/>
              </a:rPr>
              <a:t>Date of Issue:</a:t>
            </a:r>
          </a:p>
          <a:p>
            <a:pPr algn="l">
              <a:lnSpc>
                <a:spcPts val="1654"/>
              </a:lnSpc>
            </a:pPr>
            <a:r>
              <a:rPr lang="en-US" sz="1181">
                <a:solidFill>
                  <a:srgbClr val="000000"/>
                </a:solidFill>
                <a:latin typeface="Open Sans SemiCondensed"/>
                <a:ea typeface="Open Sans SemiCondensed"/>
                <a:cs typeface="Open Sans SemiCondensed"/>
                <a:sym typeface="Open Sans SemiCondensed"/>
              </a:rPr>
              <a:t>04 January 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28368" y="6765971"/>
            <a:ext cx="2334783" cy="165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4"/>
              </a:lnSpc>
              <a:spcBef>
                <a:spcPct val="0"/>
              </a:spcBef>
            </a:pPr>
            <a:r>
              <a:rPr lang="en-US" sz="1032" strike="noStrike" u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5730" y="3409929"/>
            <a:ext cx="8180540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gradFill>
                  <a:gsLst>
                    <a:gs pos="0">
                      <a:srgbClr val="D99727">
                        <a:alpha val="100000"/>
                      </a:srgbClr>
                    </a:gs>
                    <a:gs pos="50000">
                      <a:srgbClr val="9C7611">
                        <a:alpha val="100000"/>
                      </a:srgbClr>
                    </a:gs>
                    <a:gs pos="100000">
                      <a:srgbClr val="CC9D24">
                        <a:alpha val="100000"/>
                      </a:srgbClr>
                    </a:gs>
                  </a:gsLst>
                  <a:lin ang="0"/>
                </a:gradFill>
                <a:latin typeface="Great Vibes"/>
                <a:ea typeface="Great Vibes"/>
                <a:cs typeface="Great Vibes"/>
                <a:sym typeface="Great Vibes"/>
              </a:rPr>
              <a:t>Vivek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DAG77sjxCtk</dc:identifier>
  <dcterms:modified xsi:type="dcterms:W3CDTF">2011-08-01T06:04:30Z</dcterms:modified>
  <cp:revision>1</cp:revision>
  <dc:title>skilledUp Certificate Sample | 3.0</dc:title>
</cp:coreProperties>
</file>